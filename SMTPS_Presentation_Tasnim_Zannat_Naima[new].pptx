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3"/>
    <p:sldId id="264" r:id="rId4"/>
    <p:sldId id="257" r:id="rId5"/>
    <p:sldId id="270" r:id="rId6"/>
    <p:sldId id="266" r:id="rId7"/>
    <p:sldId id="267" r:id="rId8"/>
    <p:sldId id="258" r:id="rId9"/>
    <p:sldId id="269" r:id="rId10"/>
    <p:sldId id="259" r:id="rId11"/>
    <p:sldId id="260" r:id="rId12"/>
    <p:sldId id="261" r:id="rId13"/>
    <p:sldId id="262" r:id="rId14"/>
    <p:sldId id="268" r:id="rId15"/>
    <p:sldId id="263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719F"/>
    <a:srgbClr val="7B6993"/>
    <a:srgbClr val="CAA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r>
              <a:rPr lang="en-US"/>
              <a:t>IT-22001</a:t>
            </a:r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719F">
            <a:alpha val="82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r>
              <a:rPr lang="en-US"/>
              <a:t>IT-22001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6175" y="1795780"/>
            <a:ext cx="6366510" cy="1082675"/>
          </a:xfrm>
        </p:spPr>
        <p:txBody>
          <a:bodyPr/>
          <a:lstStyle/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Presentation title: </a:t>
            </a:r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SMTPS (Simple Mail Transfer Protocol Secure)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5173" y="1714500"/>
            <a:ext cx="6913562" cy="1752600"/>
          </a:xfrm>
        </p:spPr>
        <p:txBody>
          <a:bodyPr/>
          <a:lstStyle/>
          <a:p>
            <a:endParaRPr sz="2800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800" b="1" i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300220" y="3886200"/>
          <a:ext cx="4641850" cy="2245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965"/>
                <a:gridCol w="2254885"/>
              </a:tblGrid>
              <a:tr h="5086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Presented by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Supervised by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t" anchorCtr="0"/>
                </a:tc>
              </a:tr>
              <a:tr h="7867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Tasnim Zannat Naima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ID: IT-22001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Session: 2021-22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Dept of ICT,MBSTU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Dr. Nazrul Islam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Associate Professor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Dept. of ICT,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MBSTU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t" anchorCtr="0"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86300" y="2959735"/>
            <a:ext cx="40963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Course Title: Computer Networks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Course Code: ICT-3201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MBSTU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035" y="179705"/>
            <a:ext cx="1624965" cy="1616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SMTP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Why SMTPS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Working Principle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Key Features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SMTPS vs SMTP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SMTPS Communication Process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Advantages and Limitations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Real-World Example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</p:spPr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SMTPS stands for Simple Mail Transfer Protocol Secure.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It is the secure version of SMTP that uses SSL/TLS encryption.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Ensures that email data transmitted between mail servers is encrypted.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Introduced to enhance privacy and prevent eavesdropping.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MTP-Simple-Mail-Transfer-Protocol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6700" y="1083310"/>
            <a:ext cx="8289290" cy="48247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 (Simple Mail Transfer Protocol) is used for sending emails between servers.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It operates on port 25 (default).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 itself is not encrypted, meaning emails can be intercepted.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Why SMTPS?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 alone is insecure.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SMTPS ensures data privacy and integrity.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Prevents eavesdropping, spoofing, and tampering during email transfer.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Working Principle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000">
                <a:latin typeface="Times New Roman" panose="02020603050405020304" charset="0"/>
                <a:cs typeface="Times New Roman" panose="02020603050405020304" charset="0"/>
              </a:rPr>
              <a:t>SMTPS works on the same principles as </a:t>
            </a:r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sz="3000">
                <a:latin typeface="Times New Roman" panose="02020603050405020304" charset="0"/>
                <a:cs typeface="Times New Roman" panose="02020603050405020304" charset="0"/>
              </a:rPr>
              <a:t>SMTP but adds a security layer using SSL/TLS.</a:t>
            </a:r>
            <a:endParaRPr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Client connects to mail server using SSL/TLS.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Server sends a digital certificate to authenticate itself.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Encrypted channel is established.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Email is transmitted securely using SMTP commands.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image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5010" y="757555"/>
            <a:ext cx="6662420" cy="512699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9095"/>
            <a:ext cx="8229600" cy="582613"/>
          </a:xfrm>
        </p:spPr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Key Features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Provides authentication and encryption.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Prevents interception of emails by third parties.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Supports both implicit and explicit TLS.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Ensures integrity and confidentiality of messages.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SMTPS vs SMTP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57835" y="1405890"/>
          <a:ext cx="8025765" cy="4078605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588260"/>
                <a:gridCol w="2085975"/>
                <a:gridCol w="3351530"/>
              </a:tblGrid>
              <a:tr h="8636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130">
                          <a:latin typeface="Times New Roman" panose="02020603050405020304" charset="0"/>
                          <a:cs typeface="Times New Roman" panose="02020603050405020304" charset="0"/>
                        </a:rPr>
                        <a:t>Feature</a:t>
                      </a:r>
                      <a:endParaRPr lang="en-US" sz="2400" b="1" spc="13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130">
                          <a:latin typeface="Times New Roman" panose="02020603050405020304" charset="0"/>
                          <a:cs typeface="Times New Roman" panose="02020603050405020304" charset="0"/>
                        </a:rPr>
                        <a:t>SMTP</a:t>
                      </a:r>
                      <a:endParaRPr lang="en-US" sz="2400" b="1" spc="13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130">
                          <a:latin typeface="Times New Roman" panose="02020603050405020304" charset="0"/>
                          <a:cs typeface="Times New Roman" panose="02020603050405020304" charset="0"/>
                        </a:rPr>
                        <a:t>SMTPS</a:t>
                      </a:r>
                      <a:endParaRPr lang="en-US" sz="2400" b="1" spc="13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8039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Encryption</a:t>
                      </a:r>
                      <a:endParaRPr lang="en-US"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No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Yes (SSL/TLS)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8032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Default Port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25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465 / 587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8045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Security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Low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High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  <a:tr h="8032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Usage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Outdated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spc="120">
                          <a:latin typeface="Times New Roman" panose="02020603050405020304" charset="0"/>
                          <a:cs typeface="Times New Roman" panose="02020603050405020304" charset="0"/>
                        </a:rPr>
                        <a:t>Modern standard</a:t>
                      </a:r>
                      <a:endParaRPr sz="1500" spc="12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77800" marR="177800" marT="107950" marB="107950" anchor="ctr" anchorCtr="0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SMTPS Communication Process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Mail client initiates a connection.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Server responds with its certificate.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Client verifies certificate authenticity.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Encrypted communication begins.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Emails are transmitted securely.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Advantages and Limitations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latin typeface="Times New Roman" panose="02020603050405020304" charset="0"/>
                <a:cs typeface="Times New Roman" panose="02020603050405020304" charset="0"/>
              </a:rPr>
              <a:t>Advantages: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Secure and reliable email delivery.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Protects data from attackers.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Easy integration with existing mail systems.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800">
                <a:latin typeface="Times New Roman" panose="02020603050405020304" charset="0"/>
                <a:cs typeface="Times New Roman" panose="02020603050405020304" charset="0"/>
              </a:rPr>
              <a:t>Limitations: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Requires SSL certificates.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Slightly higher server overhead.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Dependent on client-side support for TLS.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905" y="190500"/>
            <a:ext cx="8229600" cy="582613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Real-World Example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8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Gmail, Yahoo Mail, and Outlook use SMTPS for secure email transmission.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Example configuration: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Server: smtp.gmail.com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Port: 465 (SSL) or 587 (TLS)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Authentication: Required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805" y="190500"/>
            <a:ext cx="8229600" cy="582613"/>
          </a:xfrm>
        </p:spPr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805" y="1174750"/>
            <a:ext cx="8229600" cy="4953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SMTPS ensures secure, encrypted email transmission.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It’s an essential standard for modern email communication.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SMTP + TLS = SMTPS → Safe Email Exchange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805" y="6245225"/>
            <a:ext cx="2133600" cy="476250"/>
          </a:xfrm>
        </p:spPr>
        <p:txBody>
          <a:bodyPr/>
          <a:p>
            <a:fld id="{5BCAD085-E8A6-8845-BD4E-CB4CCA059FC4}" type="datetime1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67805" y="6245225"/>
            <a:ext cx="2133600" cy="476250"/>
          </a:xfrm>
        </p:spPr>
        <p:txBody>
          <a:bodyPr/>
          <a:p>
            <a:fld id="{C1FF6DA9-008F-8B48-92A6-B652298478BF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8805" y="6245225"/>
            <a:ext cx="2895600" cy="476250"/>
          </a:xfrm>
        </p:spPr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IT-22001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08380" y="2677795"/>
            <a:ext cx="7136130" cy="1739900"/>
          </a:xfrm>
          <a:prstGeom prst="rect">
            <a:avLst/>
          </a:prstGeom>
          <a:noFill/>
        </p:spPr>
        <p:txBody>
          <a:bodyPr wrap="square" rtlCol="0">
            <a:prstTxWarp prst="textInflateBottom">
              <a:avLst>
                <a:gd name="adj" fmla="val 60000"/>
              </a:avLst>
            </a:prstTxWarp>
            <a:noAutofit/>
            <a:scene3d>
              <a:camera prst="orthographicFront"/>
              <a:lightRig rig="threePt" dir="t"/>
            </a:scene3d>
          </a:bodyPr>
          <a:p>
            <a:r>
              <a:rPr lang="en-US"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IT-22001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03*102"/>
  <p:tag name="TABLE_ENDDRAG_RECT" val="278*292*403*102"/>
</p:tagLst>
</file>

<file path=ppt/tags/tag2.xml><?xml version="1.0" encoding="utf-8"?>
<p:tagLst xmlns:p="http://schemas.openxmlformats.org/presentationml/2006/main">
  <p:tag name="TABLE_ENDDRAG_ORIGIN_RECT" val="608*199"/>
  <p:tag name="TABLE_ENDDRAG_RECT" val="60*103*608*199"/>
  <p:tag name="TABLE_AUTOADJUST_FLAG" val="1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2576</Words>
  <Application>WPS Presentation</Application>
  <PresentationFormat>On-screen Show (4:3)</PresentationFormat>
  <Paragraphs>250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Gear Drives</vt:lpstr>
      <vt:lpstr>Presentation title: SMTPS (Simple Mail Transfer Protocol Secure)</vt:lpstr>
      <vt:lpstr>Contents</vt:lpstr>
      <vt:lpstr>Introduction</vt:lpstr>
      <vt:lpstr>PowerPoint 演示文稿</vt:lpstr>
      <vt:lpstr>SMTP</vt:lpstr>
      <vt:lpstr>Why SMTPS?</vt:lpstr>
      <vt:lpstr>Working Principle</vt:lpstr>
      <vt:lpstr>PowerPoint 演示文稿</vt:lpstr>
      <vt:lpstr>Key Features</vt:lpstr>
      <vt:lpstr>SMTPS vs SMTP</vt:lpstr>
      <vt:lpstr>SMTPS Communication Process</vt:lpstr>
      <vt:lpstr>Advantages and Limitations</vt:lpstr>
      <vt:lpstr>Real-World Example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Tasnim Zannat Naima</cp:lastModifiedBy>
  <cp:revision>12</cp:revision>
  <dcterms:created xsi:type="dcterms:W3CDTF">2013-01-27T09:14:00Z</dcterms:created>
  <dcterms:modified xsi:type="dcterms:W3CDTF">2025-10-18T16:52:37Z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8E6CB2D8C0784CEE8AA152AAFF300D6C_13</vt:lpwstr>
  </property>
  <property fmtid="{D5CDD505-2E9C-101B-9397-08002B2CF9AE}" pid="3" name="KSOProductBuildVer">
    <vt:lpwstr>1033-12.2.0.23131</vt:lpwstr>
  </property>
</Properties>
</file>